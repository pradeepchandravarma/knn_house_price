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E4698-185D-46A1-9654-46C0EE1A40C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AA56DF-8C03-4C06-B894-84323B734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97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E2BA-434C-6318-3625-DE37F5689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31DB6-D7C9-4FB8-2C26-D57CB7A81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5476-7384-F97E-CA3C-9DF528AF5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E278-4E3F-41D5-AC25-80B1C39C3995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83794-FE16-BCFE-FFB2-386287B7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55F1A-F0CC-260A-9FDA-E14BA0AA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437" y="528638"/>
            <a:ext cx="2743200" cy="365125"/>
          </a:xfrm>
        </p:spPr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57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5F82-C5F0-BB63-FE4D-874247EC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ADCB4-FE8A-7042-A817-7FF449BB2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881A2-4B5E-B223-CF35-6E5C19C4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D5D-F814-4006-9665-32540CA4229C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AE746-7500-A256-68AA-0670817E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1A0D7-E5D1-32FF-EE6A-1BD10E7E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4091" y="376093"/>
            <a:ext cx="2743200" cy="365125"/>
          </a:xfrm>
        </p:spPr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59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B507-6F3C-E553-AF33-5CD49B8E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62B48-BA71-C70E-EEE4-126272A47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2E5F3-BE78-A30C-6B53-60A5A35D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D8F1-2C75-4E0A-806B-3DB1E926F56E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212C3-03A9-364E-0BE8-4103BE7F1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F6E5-3DF9-AF1C-4167-6CD5ECA7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67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60C9-0344-E9FC-3696-10DBD683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E439-A044-B27D-DD9D-10865BD88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C9998-BD9D-5AE3-8DD3-76F709282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771C5-8C82-6FBA-F330-25F6B39A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895-D666-4374-A427-D4F898F78027}" type="datetime1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7FBB4-C21A-4EAE-97A9-4EA02D2C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983DA-52B8-A83A-16E4-295DBABB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77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A55-4EB6-A888-2A8C-C7886A65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EC89E-D663-4113-8539-F9BE7A7E7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CEC55-EC99-DEC9-8F2C-EE583E29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68E77-0F33-D43F-B05B-6275A3F46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B60094-08F3-91FB-2484-172D7BFB2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996CF-7EBE-32C7-1561-022D8343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8198B-B6A1-4BED-A773-A04182F19EC8}" type="datetime1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C5530-FFE5-6410-8075-893909B5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6902C-2343-8F97-F58D-8EBB5CDC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36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4AA4-BD5D-20AB-B85D-A405074D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02C96-9EB9-3DD4-A927-69C61E17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0E044-883B-48AD-B3E2-941954D07041}" type="datetime1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723B4-9FA0-19FC-5236-5150A87E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34678-DC12-8152-D4F7-E632EA80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55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36D8E-F7CD-A3F2-386F-93CE295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2A491-95EB-4425-9CB7-2731A21E7C87}" type="datetime1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0CA1F-C85F-8784-BBC2-C67D0F3E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07711-A563-A98D-AA80-7EFEEACE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09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83E2-055F-C050-CB65-9F997D21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79B9B-BF7C-AE43-5066-2D687001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5E53B-A83F-64D7-9C87-F516CA611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12DAF-9C3A-8A6E-89D9-DFD1ECA5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2629-5D4E-4A8E-9552-CB563D50A170}" type="datetime1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0B5D8-FA19-F9B7-B28C-30EF3559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BC24B-A35C-44DC-4F96-CDF1C1E6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87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AE21-9A6D-F7E0-147A-75C2778A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C81C7-7A40-FA80-054E-561294615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19C04-29F9-BD30-42B1-1A61225D3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B5745-F0BF-892C-24E7-02351945F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1E4C-A938-4F6B-AB2E-4AD5991BDE8A}" type="datetime1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A1916-ED33-51B5-6084-F0BB306B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56E5-D677-659D-1109-11730F77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22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C17C-ACBC-3EDB-A5C1-0DF87EBF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07127-94E3-F705-0043-1B10F9605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D3740-2B89-3BE9-7E37-A5CF06CD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34D69-5570-426F-99CF-F4CB6043142C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E3DA9-DEFC-6894-7904-1EAD0095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837DF-7F4C-8B0D-5F75-C7A9183C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68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A6D5A-BFF5-72C0-EDD5-771988E76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6C81-227A-BC15-FE86-4EE53E8E4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C8A58-5541-570F-4653-F2ED915B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33A56-FFA1-41BF-986B-FCA02C8E7D18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B99F0-2005-23C5-83F1-DF528275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6B916-EE59-5B41-1DA3-6FD04BE5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40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F98BD-8737-CC2E-3CCF-0361BE34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A0BE9-ACF0-B941-DE91-1DE107700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10EE7-2289-85A3-A8BB-492113C1C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36D71-B0A9-46A0-9A30-9E757713C17E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35C0D-9F97-C670-6F5A-8C930EA8B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6098-D39C-0FD2-37DC-E0EFC92C9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036B3-E8B7-4E19-AB87-B3311D44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81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house and a graph&#10;&#10;AI-generated content may be incorrect.">
            <a:extLst>
              <a:ext uri="{FF2B5EF4-FFF2-40B4-BE49-F238E27FC236}">
                <a16:creationId xmlns:a16="http://schemas.microsoft.com/office/drawing/2014/main" id="{49FCA3B0-51C7-86EC-99DB-F45670FC45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B2051E-9760-64EA-8992-D5122401F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 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CDBC4-CA46-4CA1-2D31-40D482C38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3490" y="4891241"/>
            <a:ext cx="5943600" cy="1098395"/>
          </a:xfrm>
        </p:spPr>
        <p:txBody>
          <a:bodyPr>
            <a:noAutofit/>
          </a:bodyPr>
          <a:lstStyle/>
          <a:p>
            <a:r>
              <a:rPr lang="en-GB" sz="5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GB" sz="5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Pradeep Mandapati</a:t>
            </a:r>
            <a:endParaRPr lang="en-IN" sz="5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DB942-A5AA-31F2-7D70-8375991A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3890" y="447676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B036B3-E8B7-4E19-AB87-B3311D449BC2}" type="slidenum">
              <a:rPr lang="en-IN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65421-E87A-0B38-045B-943582BAC400}"/>
              </a:ext>
            </a:extLst>
          </p:cNvPr>
          <p:cNvSpPr txBox="1"/>
          <p:nvPr/>
        </p:nvSpPr>
        <p:spPr>
          <a:xfrm>
            <a:off x="495300" y="868364"/>
            <a:ext cx="112013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House Price prediction using KNN	 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20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4CAE3C2C-9A67-FCD7-767B-C6AED70D8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C20CAC-35B7-D0AA-5D00-37C493BD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1C4C6-9458-DE8A-DCD2-B0F6F2A6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2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72A315-A6F2-BF99-C83E-C5D74392AC9C}"/>
              </a:ext>
            </a:extLst>
          </p:cNvPr>
          <p:cNvSpPr txBox="1"/>
          <p:nvPr/>
        </p:nvSpPr>
        <p:spPr>
          <a:xfrm>
            <a:off x="838200" y="1690688"/>
            <a:ext cx="8888604" cy="463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 Processing for KNN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Classification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Regression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458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A2CF-A735-A079-F27C-0D0326E5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09B49D6C-EBA4-3513-DADD-1D08CB562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C02470-2605-0735-4CC6-D6F12B8EA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2CE21-BE2C-6C05-888E-5FB98C0C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3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5656D-449E-CF65-A6BE-E7722864843A}"/>
              </a:ext>
            </a:extLst>
          </p:cNvPr>
          <p:cNvSpPr txBox="1"/>
          <p:nvPr/>
        </p:nvSpPr>
        <p:spPr>
          <a:xfrm>
            <a:off x="838200" y="1690688"/>
            <a:ext cx="8888604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Objective: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objective is to estimate the appropriate house price quartile through KNN-based classification.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Objective: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objective is to estimate the appropriate house price through KNN-based Regression.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53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34B4-8625-CE5B-2DFF-464E4B86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AE060326-C03D-C9BB-DA08-325F66EA3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1C84A3-343F-6345-6026-C0AC4748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5ED0E-09FD-EC61-9571-7F33B08D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4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51945-3666-BBAF-832E-B0A2F79BCA2D}"/>
              </a:ext>
            </a:extLst>
          </p:cNvPr>
          <p:cNvSpPr txBox="1"/>
          <p:nvPr/>
        </p:nvSpPr>
        <p:spPr>
          <a:xfrm>
            <a:off x="838200" y="1690688"/>
            <a:ext cx="8888604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duplicates if any( We don’t have any duplicate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any nan,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None with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np.nan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data types into relevant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any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F8E2C-6AE5-4DCF-D088-0E642562A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78" y="2595758"/>
            <a:ext cx="4884843" cy="670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F8F4EE-3358-86AB-AA98-A65F28C38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8855" y="3710517"/>
            <a:ext cx="5143946" cy="746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ADACCD-FB26-2C12-8EC4-5F4C6AFE8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855" y="5167312"/>
            <a:ext cx="5433531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3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8DA5-3A63-A69A-6E86-F8F95177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EA84868D-0F00-D333-3DDE-5B08ED7ED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BEC34B-663E-C8AF-6A2A-3072AA38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 Processing for KNN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B1BE6-1574-8FD9-E25B-B310B305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5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252229-D725-028A-9CEA-5148624AEEE6}"/>
              </a:ext>
            </a:extLst>
          </p:cNvPr>
          <p:cNvSpPr txBox="1"/>
          <p:nvPr/>
        </p:nvSpPr>
        <p:spPr>
          <a:xfrm>
            <a:off x="838200" y="1690688"/>
            <a:ext cx="1082793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KNN is highly sensitive to feature scales, data normalization is essential.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feature: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price_per_sqft</a:t>
            </a:r>
            <a:endParaRPr lang="en-US" sz="2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ratio of price ÷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lot_area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price_per_sqft</a:t>
            </a:r>
            <a:endParaRPr lang="en-US" sz="2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new feature by 50 to bring its values to a comparable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categorical feature: region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the normalized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price_per_sqft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into 16 quantile-based groups.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288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6C28-25D2-BFF9-3325-07CAB156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0FE73065-0829-DD57-9A08-E9A899131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5B45C-BDA3-7B00-19CF-2BB8936C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Classification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060F2-32D0-E5DD-3BDA-0D80C31B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6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10E0E-90EC-FF0A-BD8C-24F152639569}"/>
              </a:ext>
            </a:extLst>
          </p:cNvPr>
          <p:cNvSpPr txBox="1"/>
          <p:nvPr/>
        </p:nvSpPr>
        <p:spPr>
          <a:xfrm>
            <a:off x="838199" y="1690688"/>
            <a:ext cx="10848033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‘region’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serves as the classification label, with KNN applied using geographic coordinates (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latitude and longitude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below figure speaks about the spread of the regions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geographic coordinates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35B48-92B0-3A4B-C23E-D5E8DDB56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852" y="3586943"/>
            <a:ext cx="5405390" cy="3160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63412-E31D-D903-31BB-C496F9C5CD9E}"/>
              </a:ext>
            </a:extLst>
          </p:cNvPr>
          <p:cNvSpPr txBox="1"/>
          <p:nvPr/>
        </p:nvSpPr>
        <p:spPr>
          <a:xfrm>
            <a:off x="8519206" y="4793660"/>
            <a:ext cx="32479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Accuracy:63.03%</a:t>
            </a:r>
          </a:p>
        </p:txBody>
      </p:sp>
    </p:spTree>
    <p:extLst>
      <p:ext uri="{BB962C8B-B14F-4D97-AF65-F5344CB8AC3E}">
        <p14:creationId xmlns:p14="http://schemas.microsoft.com/office/powerpoint/2010/main" val="3184439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07C5-15F4-7C6C-F264-8308D247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68CE6AD5-4012-B027-EDEA-33647AD37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E77B7C-6198-7B13-029A-9024CDBA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Regression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4661A-8D89-CBA9-A119-39216414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7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137DA-98FE-024B-4AF0-EDAD8A3FB403}"/>
              </a:ext>
            </a:extLst>
          </p:cNvPr>
          <p:cNvSpPr txBox="1"/>
          <p:nvPr/>
        </p:nvSpPr>
        <p:spPr>
          <a:xfrm>
            <a:off x="954593" y="1597688"/>
            <a:ext cx="10631156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sold_price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label, with KNN applied </a:t>
            </a:r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'latitude', 'longitude', 'bedrooms', 'bathrooms’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below figure speaks about the price per square feet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geographic coordinates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E9C1E0-F676-72CE-312D-98E1D9726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697" y="3416555"/>
            <a:ext cx="4553114" cy="304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5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495C-7B98-B3D1-7160-0DA9775E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B4511D33-D9C5-D21E-2B51-83EBB5F38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83D526-0B33-8BB8-18EA-E1147AD0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CC5B6-5535-E930-0C4E-10088E29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8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E77F9E-1538-620A-C4D6-93B1E55AE666}"/>
              </a:ext>
            </a:extLst>
          </p:cNvPr>
          <p:cNvSpPr txBox="1"/>
          <p:nvPr/>
        </p:nvSpPr>
        <p:spPr>
          <a:xfrm>
            <a:off x="838200" y="1690688"/>
            <a:ext cx="888860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below figure speaks about the Ture sold value Vs Predicted sold of a property Value using KNN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44F2B-C9EC-83F9-A34D-D1BF1F3DE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227" y="2722699"/>
            <a:ext cx="4383963" cy="347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9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715A4-C799-152A-1CEB-C421E5F67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2E5A009C-EF86-FBBE-F3A7-4ABE67525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7867AB-9AB7-2A86-F4DD-85FA6892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66FE3-F901-3021-4EFC-73F64E99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9</a:t>
            </a:fld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D7A5AD-0640-C4AD-D956-F630C951E6D8}"/>
              </a:ext>
            </a:extLst>
          </p:cNvPr>
          <p:cNvSpPr txBox="1"/>
          <p:nvPr/>
        </p:nvSpPr>
        <p:spPr>
          <a:xfrm>
            <a:off x="838200" y="1690688"/>
            <a:ext cx="888860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 Procession of the data is done so that the KNN model can predict the required feature.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Classification has an accuracy of 63.03%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Regression has a good prediction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21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847D-CD22-7E0D-E800-BFD040EE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4BCFCCFC-3179-7D9F-5007-73DA9265C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B74610-27D6-17B1-E5B1-FA450D61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594" y="2585811"/>
            <a:ext cx="10515600" cy="1325563"/>
          </a:xfrm>
        </p:spPr>
        <p:txBody>
          <a:bodyPr>
            <a:noAutofit/>
          </a:bodyPr>
          <a:lstStyle/>
          <a:p>
            <a:r>
              <a:rPr lang="en-US" sz="1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IN" sz="1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90C10-1DEB-0A64-C754-014F7752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10</a:t>
            </a:fld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598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26E0-290D-56B0-1DD3-41E5AB6B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house and a graph&#10;&#10;AI-generated content may be incorrect.">
            <a:extLst>
              <a:ext uri="{FF2B5EF4-FFF2-40B4-BE49-F238E27FC236}">
                <a16:creationId xmlns:a16="http://schemas.microsoft.com/office/drawing/2014/main" id="{DC6CF46A-1F38-4652-6E2F-4C13E9974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788" y="-666886"/>
            <a:ext cx="13377576" cy="752488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04FDA-F35F-5E4E-AB9E-3A7B63EE4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436" y="2766218"/>
            <a:ext cx="10515600" cy="1325563"/>
          </a:xfrm>
        </p:spPr>
        <p:txBody>
          <a:bodyPr>
            <a:noAutofit/>
          </a:bodyPr>
          <a:lstStyle/>
          <a:p>
            <a:r>
              <a:rPr lang="en-US" sz="1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6631-4009-828C-A656-B5881DC4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6B3-E8B7-4E19-AB87-B3311D449BC2}" type="slidenum">
              <a:rPr lang="en-IN" smtClean="0">
                <a:solidFill>
                  <a:srgbClr val="FF0000"/>
                </a:solidFill>
              </a:rPr>
              <a:t>11</a:t>
            </a:fld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59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 </vt:lpstr>
      <vt:lpstr>Agenda</vt:lpstr>
      <vt:lpstr>Objective</vt:lpstr>
      <vt:lpstr>Data Cleaning</vt:lpstr>
      <vt:lpstr>Pre Processing for KNN</vt:lpstr>
      <vt:lpstr>KNN Classification</vt:lpstr>
      <vt:lpstr>KNN Regression</vt:lpstr>
      <vt:lpstr>Cont.</vt:lpstr>
      <vt:lpstr>Conclusion</vt:lpstr>
      <vt:lpstr>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Mandapati</dc:creator>
  <cp:lastModifiedBy>Pradeep Mandapati</cp:lastModifiedBy>
  <cp:revision>6</cp:revision>
  <dcterms:created xsi:type="dcterms:W3CDTF">2025-11-17T21:08:13Z</dcterms:created>
  <dcterms:modified xsi:type="dcterms:W3CDTF">2025-11-18T14:02:06Z</dcterms:modified>
</cp:coreProperties>
</file>